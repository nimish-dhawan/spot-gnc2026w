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12911138" cy="8856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5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8336" y="1449459"/>
            <a:ext cx="10974467" cy="3083431"/>
          </a:xfrm>
        </p:spPr>
        <p:txBody>
          <a:bodyPr anchor="b"/>
          <a:lstStyle>
            <a:lvl1pPr algn="ctr">
              <a:defRPr sz="77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3892" y="4651799"/>
            <a:ext cx="9683354" cy="2138309"/>
          </a:xfrm>
        </p:spPr>
        <p:txBody>
          <a:bodyPr/>
          <a:lstStyle>
            <a:lvl1pPr marL="0" indent="0" algn="ctr">
              <a:buNone/>
              <a:defRPr sz="3099"/>
            </a:lvl1pPr>
            <a:lvl2pPr marL="590428" indent="0" algn="ctr">
              <a:buNone/>
              <a:defRPr sz="2583"/>
            </a:lvl2pPr>
            <a:lvl3pPr marL="1180856" indent="0" algn="ctr">
              <a:buNone/>
              <a:defRPr sz="2325"/>
            </a:lvl3pPr>
            <a:lvl4pPr marL="1771284" indent="0" algn="ctr">
              <a:buNone/>
              <a:defRPr sz="2066"/>
            </a:lvl4pPr>
            <a:lvl5pPr marL="2361712" indent="0" algn="ctr">
              <a:buNone/>
              <a:defRPr sz="2066"/>
            </a:lvl5pPr>
            <a:lvl6pPr marL="2952140" indent="0" algn="ctr">
              <a:buNone/>
              <a:defRPr sz="2066"/>
            </a:lvl6pPr>
            <a:lvl7pPr marL="3542568" indent="0" algn="ctr">
              <a:buNone/>
              <a:defRPr sz="2066"/>
            </a:lvl7pPr>
            <a:lvl8pPr marL="4132997" indent="0" algn="ctr">
              <a:buNone/>
              <a:defRPr sz="2066"/>
            </a:lvl8pPr>
            <a:lvl9pPr marL="4723425" indent="0" algn="ctr">
              <a:buNone/>
              <a:defRPr sz="206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184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768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917" y="2208018"/>
            <a:ext cx="11135857" cy="3684125"/>
          </a:xfrm>
        </p:spPr>
        <p:txBody>
          <a:bodyPr anchor="b"/>
          <a:lstStyle>
            <a:lvl1pPr>
              <a:defRPr sz="77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917" y="5926996"/>
            <a:ext cx="11135857" cy="1937394"/>
          </a:xfrm>
        </p:spPr>
        <p:txBody>
          <a:bodyPr/>
          <a:lstStyle>
            <a:lvl1pPr marL="0" indent="0">
              <a:buNone/>
              <a:defRPr sz="3099">
                <a:solidFill>
                  <a:schemeClr val="tx1"/>
                </a:solidFill>
              </a:defRPr>
            </a:lvl1pPr>
            <a:lvl2pPr marL="590428" indent="0">
              <a:buNone/>
              <a:defRPr sz="2583">
                <a:solidFill>
                  <a:schemeClr val="tx1">
                    <a:tint val="75000"/>
                  </a:schemeClr>
                </a:solidFill>
              </a:defRPr>
            </a:lvl2pPr>
            <a:lvl3pPr marL="1180856" indent="0">
              <a:buNone/>
              <a:defRPr sz="2325">
                <a:solidFill>
                  <a:schemeClr val="tx1">
                    <a:tint val="75000"/>
                  </a:schemeClr>
                </a:solidFill>
              </a:defRPr>
            </a:lvl3pPr>
            <a:lvl4pPr marL="1771284" indent="0">
              <a:buNone/>
              <a:defRPr sz="2066">
                <a:solidFill>
                  <a:schemeClr val="tx1">
                    <a:tint val="75000"/>
                  </a:schemeClr>
                </a:solidFill>
              </a:defRPr>
            </a:lvl4pPr>
            <a:lvl5pPr marL="2361712" indent="0">
              <a:buNone/>
              <a:defRPr sz="2066">
                <a:solidFill>
                  <a:schemeClr val="tx1">
                    <a:tint val="75000"/>
                  </a:schemeClr>
                </a:solidFill>
              </a:defRPr>
            </a:lvl5pPr>
            <a:lvl6pPr marL="2952140" indent="0">
              <a:buNone/>
              <a:defRPr sz="2066">
                <a:solidFill>
                  <a:schemeClr val="tx1">
                    <a:tint val="75000"/>
                  </a:schemeClr>
                </a:solidFill>
              </a:defRPr>
            </a:lvl6pPr>
            <a:lvl7pPr marL="3542568" indent="0">
              <a:buNone/>
              <a:defRPr sz="2066">
                <a:solidFill>
                  <a:schemeClr val="tx1">
                    <a:tint val="75000"/>
                  </a:schemeClr>
                </a:solidFill>
              </a:defRPr>
            </a:lvl7pPr>
            <a:lvl8pPr marL="4132997" indent="0">
              <a:buNone/>
              <a:defRPr sz="2066">
                <a:solidFill>
                  <a:schemeClr val="tx1">
                    <a:tint val="75000"/>
                  </a:schemeClr>
                </a:solidFill>
              </a:defRPr>
            </a:lvl8pPr>
            <a:lvl9pPr marL="4723425" indent="0">
              <a:buNone/>
              <a:defRPr sz="20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9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7641" y="2357677"/>
            <a:ext cx="5487234" cy="56194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6263" y="2357677"/>
            <a:ext cx="5487234" cy="56194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3981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22" y="471537"/>
            <a:ext cx="11135857" cy="17118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9324" y="2171113"/>
            <a:ext cx="5462016" cy="1064029"/>
          </a:xfrm>
        </p:spPr>
        <p:txBody>
          <a:bodyPr anchor="b"/>
          <a:lstStyle>
            <a:lvl1pPr marL="0" indent="0">
              <a:buNone/>
              <a:defRPr sz="3099" b="1"/>
            </a:lvl1pPr>
            <a:lvl2pPr marL="590428" indent="0">
              <a:buNone/>
              <a:defRPr sz="2583" b="1"/>
            </a:lvl2pPr>
            <a:lvl3pPr marL="1180856" indent="0">
              <a:buNone/>
              <a:defRPr sz="2325" b="1"/>
            </a:lvl3pPr>
            <a:lvl4pPr marL="1771284" indent="0">
              <a:buNone/>
              <a:defRPr sz="2066" b="1"/>
            </a:lvl4pPr>
            <a:lvl5pPr marL="2361712" indent="0">
              <a:buNone/>
              <a:defRPr sz="2066" b="1"/>
            </a:lvl5pPr>
            <a:lvl6pPr marL="2952140" indent="0">
              <a:buNone/>
              <a:defRPr sz="2066" b="1"/>
            </a:lvl6pPr>
            <a:lvl7pPr marL="3542568" indent="0">
              <a:buNone/>
              <a:defRPr sz="2066" b="1"/>
            </a:lvl7pPr>
            <a:lvl8pPr marL="4132997" indent="0">
              <a:buNone/>
              <a:defRPr sz="2066" b="1"/>
            </a:lvl8pPr>
            <a:lvl9pPr marL="4723425" indent="0">
              <a:buNone/>
              <a:defRPr sz="20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9324" y="3235142"/>
            <a:ext cx="5462016" cy="4758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6264" y="2171113"/>
            <a:ext cx="5488915" cy="1064029"/>
          </a:xfrm>
        </p:spPr>
        <p:txBody>
          <a:bodyPr anchor="b"/>
          <a:lstStyle>
            <a:lvl1pPr marL="0" indent="0">
              <a:buNone/>
              <a:defRPr sz="3099" b="1"/>
            </a:lvl1pPr>
            <a:lvl2pPr marL="590428" indent="0">
              <a:buNone/>
              <a:defRPr sz="2583" b="1"/>
            </a:lvl2pPr>
            <a:lvl3pPr marL="1180856" indent="0">
              <a:buNone/>
              <a:defRPr sz="2325" b="1"/>
            </a:lvl3pPr>
            <a:lvl4pPr marL="1771284" indent="0">
              <a:buNone/>
              <a:defRPr sz="2066" b="1"/>
            </a:lvl4pPr>
            <a:lvl5pPr marL="2361712" indent="0">
              <a:buNone/>
              <a:defRPr sz="2066" b="1"/>
            </a:lvl5pPr>
            <a:lvl6pPr marL="2952140" indent="0">
              <a:buNone/>
              <a:defRPr sz="2066" b="1"/>
            </a:lvl6pPr>
            <a:lvl7pPr marL="3542568" indent="0">
              <a:buNone/>
              <a:defRPr sz="2066" b="1"/>
            </a:lvl7pPr>
            <a:lvl8pPr marL="4132997" indent="0">
              <a:buNone/>
              <a:defRPr sz="2066" b="1"/>
            </a:lvl8pPr>
            <a:lvl9pPr marL="4723425" indent="0">
              <a:buNone/>
              <a:defRPr sz="206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6264" y="3235142"/>
            <a:ext cx="5488915" cy="47584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6689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971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1266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22" y="590444"/>
            <a:ext cx="4164178" cy="2066555"/>
          </a:xfrm>
        </p:spPr>
        <p:txBody>
          <a:bodyPr anchor="b"/>
          <a:lstStyle>
            <a:lvl1pPr>
              <a:defRPr sz="41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8915" y="1275197"/>
            <a:ext cx="6536264" cy="6293971"/>
          </a:xfrm>
        </p:spPr>
        <p:txBody>
          <a:bodyPr/>
          <a:lstStyle>
            <a:lvl1pPr>
              <a:defRPr sz="4132"/>
            </a:lvl1pPr>
            <a:lvl2pPr>
              <a:defRPr sz="3616"/>
            </a:lvl2pPr>
            <a:lvl3pPr>
              <a:defRPr sz="3099"/>
            </a:lvl3pPr>
            <a:lvl4pPr>
              <a:defRPr sz="2583"/>
            </a:lvl4pPr>
            <a:lvl5pPr>
              <a:defRPr sz="2583"/>
            </a:lvl5pPr>
            <a:lvl6pPr>
              <a:defRPr sz="2583"/>
            </a:lvl6pPr>
            <a:lvl7pPr>
              <a:defRPr sz="2583"/>
            </a:lvl7pPr>
            <a:lvl8pPr>
              <a:defRPr sz="2583"/>
            </a:lvl8pPr>
            <a:lvl9pPr>
              <a:defRPr sz="25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9322" y="2656999"/>
            <a:ext cx="4164178" cy="4922419"/>
          </a:xfrm>
        </p:spPr>
        <p:txBody>
          <a:bodyPr/>
          <a:lstStyle>
            <a:lvl1pPr marL="0" indent="0">
              <a:buNone/>
              <a:defRPr sz="2066"/>
            </a:lvl1pPr>
            <a:lvl2pPr marL="590428" indent="0">
              <a:buNone/>
              <a:defRPr sz="1808"/>
            </a:lvl2pPr>
            <a:lvl3pPr marL="1180856" indent="0">
              <a:buNone/>
              <a:defRPr sz="1550"/>
            </a:lvl3pPr>
            <a:lvl4pPr marL="1771284" indent="0">
              <a:buNone/>
              <a:defRPr sz="1291"/>
            </a:lvl4pPr>
            <a:lvl5pPr marL="2361712" indent="0">
              <a:buNone/>
              <a:defRPr sz="1291"/>
            </a:lvl5pPr>
            <a:lvl6pPr marL="2952140" indent="0">
              <a:buNone/>
              <a:defRPr sz="1291"/>
            </a:lvl6pPr>
            <a:lvl7pPr marL="3542568" indent="0">
              <a:buNone/>
              <a:defRPr sz="1291"/>
            </a:lvl7pPr>
            <a:lvl8pPr marL="4132997" indent="0">
              <a:buNone/>
              <a:defRPr sz="1291"/>
            </a:lvl8pPr>
            <a:lvl9pPr marL="4723425" indent="0">
              <a:buNone/>
              <a:defRPr sz="12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6719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322" y="590444"/>
            <a:ext cx="4164178" cy="2066555"/>
          </a:xfrm>
        </p:spPr>
        <p:txBody>
          <a:bodyPr anchor="b"/>
          <a:lstStyle>
            <a:lvl1pPr>
              <a:defRPr sz="41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88915" y="1275197"/>
            <a:ext cx="6536264" cy="6293971"/>
          </a:xfrm>
        </p:spPr>
        <p:txBody>
          <a:bodyPr anchor="t"/>
          <a:lstStyle>
            <a:lvl1pPr marL="0" indent="0">
              <a:buNone/>
              <a:defRPr sz="4132"/>
            </a:lvl1pPr>
            <a:lvl2pPr marL="590428" indent="0">
              <a:buNone/>
              <a:defRPr sz="3616"/>
            </a:lvl2pPr>
            <a:lvl3pPr marL="1180856" indent="0">
              <a:buNone/>
              <a:defRPr sz="3099"/>
            </a:lvl3pPr>
            <a:lvl4pPr marL="1771284" indent="0">
              <a:buNone/>
              <a:defRPr sz="2583"/>
            </a:lvl4pPr>
            <a:lvl5pPr marL="2361712" indent="0">
              <a:buNone/>
              <a:defRPr sz="2583"/>
            </a:lvl5pPr>
            <a:lvl6pPr marL="2952140" indent="0">
              <a:buNone/>
              <a:defRPr sz="2583"/>
            </a:lvl6pPr>
            <a:lvl7pPr marL="3542568" indent="0">
              <a:buNone/>
              <a:defRPr sz="2583"/>
            </a:lvl7pPr>
            <a:lvl8pPr marL="4132997" indent="0">
              <a:buNone/>
              <a:defRPr sz="2583"/>
            </a:lvl8pPr>
            <a:lvl9pPr marL="4723425" indent="0">
              <a:buNone/>
              <a:defRPr sz="258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9322" y="2656999"/>
            <a:ext cx="4164178" cy="4922419"/>
          </a:xfrm>
        </p:spPr>
        <p:txBody>
          <a:bodyPr/>
          <a:lstStyle>
            <a:lvl1pPr marL="0" indent="0">
              <a:buNone/>
              <a:defRPr sz="2066"/>
            </a:lvl1pPr>
            <a:lvl2pPr marL="590428" indent="0">
              <a:buNone/>
              <a:defRPr sz="1808"/>
            </a:lvl2pPr>
            <a:lvl3pPr marL="1180856" indent="0">
              <a:buNone/>
              <a:defRPr sz="1550"/>
            </a:lvl3pPr>
            <a:lvl4pPr marL="1771284" indent="0">
              <a:buNone/>
              <a:defRPr sz="1291"/>
            </a:lvl4pPr>
            <a:lvl5pPr marL="2361712" indent="0">
              <a:buNone/>
              <a:defRPr sz="1291"/>
            </a:lvl5pPr>
            <a:lvl6pPr marL="2952140" indent="0">
              <a:buNone/>
              <a:defRPr sz="1291"/>
            </a:lvl6pPr>
            <a:lvl7pPr marL="3542568" indent="0">
              <a:buNone/>
              <a:defRPr sz="1291"/>
            </a:lvl7pPr>
            <a:lvl8pPr marL="4132997" indent="0">
              <a:buNone/>
              <a:defRPr sz="1291"/>
            </a:lvl8pPr>
            <a:lvl9pPr marL="4723425" indent="0">
              <a:buNone/>
              <a:defRPr sz="12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548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002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534" y="471535"/>
            <a:ext cx="2783964" cy="75056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7642" y="471535"/>
            <a:ext cx="8190503" cy="75056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57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7641" y="471537"/>
            <a:ext cx="11135857" cy="1711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641" y="2357677"/>
            <a:ext cx="11135857" cy="5619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641" y="8208817"/>
            <a:ext cx="2905006" cy="471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042AC-8AB8-42EA-A9EE-ECA17B900898}" type="datetimeFigureOut">
              <a:rPr lang="en-CA" smtClean="0"/>
              <a:t>2020-04-26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76815" y="8208817"/>
            <a:ext cx="4357509" cy="471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18491" y="8208817"/>
            <a:ext cx="2905006" cy="471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E7228-6C9D-42A2-88CC-E05D4A2A5DC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4358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180856" rtl="0" eaLnBrk="1" latinLnBrk="0" hangingPunct="1">
        <a:lnSpc>
          <a:spcPct val="90000"/>
        </a:lnSpc>
        <a:spcBef>
          <a:spcPct val="0"/>
        </a:spcBef>
        <a:buNone/>
        <a:defRPr sz="56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5214" indent="-295214" algn="l" defTabSz="1180856" rtl="0" eaLnBrk="1" latinLnBrk="0" hangingPunct="1">
        <a:lnSpc>
          <a:spcPct val="90000"/>
        </a:lnSpc>
        <a:spcBef>
          <a:spcPts val="1291"/>
        </a:spcBef>
        <a:buFont typeface="Arial" panose="020B0604020202020204" pitchFamily="34" charset="0"/>
        <a:buChar char="•"/>
        <a:defRPr sz="3616" kern="1200">
          <a:solidFill>
            <a:schemeClr val="tx1"/>
          </a:solidFill>
          <a:latin typeface="+mn-lt"/>
          <a:ea typeface="+mn-ea"/>
          <a:cs typeface="+mn-cs"/>
        </a:defRPr>
      </a:lvl1pPr>
      <a:lvl2pPr marL="885642" indent="-295214" algn="l" defTabSz="1180856" rtl="0" eaLnBrk="1" latinLnBrk="0" hangingPunct="1">
        <a:lnSpc>
          <a:spcPct val="90000"/>
        </a:lnSpc>
        <a:spcBef>
          <a:spcPts val="646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2pPr>
      <a:lvl3pPr marL="1476070" indent="-295214" algn="l" defTabSz="1180856" rtl="0" eaLnBrk="1" latinLnBrk="0" hangingPunct="1">
        <a:lnSpc>
          <a:spcPct val="90000"/>
        </a:lnSpc>
        <a:spcBef>
          <a:spcPts val="646"/>
        </a:spcBef>
        <a:buFont typeface="Arial" panose="020B0604020202020204" pitchFamily="34" charset="0"/>
        <a:buChar char="•"/>
        <a:defRPr sz="2583" kern="1200">
          <a:solidFill>
            <a:schemeClr val="tx1"/>
          </a:solidFill>
          <a:latin typeface="+mn-lt"/>
          <a:ea typeface="+mn-ea"/>
          <a:cs typeface="+mn-cs"/>
        </a:defRPr>
      </a:lvl3pPr>
      <a:lvl4pPr marL="2066498" indent="-295214" algn="l" defTabSz="1180856" rtl="0" eaLnBrk="1" latinLnBrk="0" hangingPunct="1">
        <a:lnSpc>
          <a:spcPct val="90000"/>
        </a:lnSpc>
        <a:spcBef>
          <a:spcPts val="646"/>
        </a:spcBef>
        <a:buFont typeface="Arial" panose="020B0604020202020204" pitchFamily="34" charset="0"/>
        <a:buChar char="•"/>
        <a:defRPr sz="2325" kern="1200">
          <a:solidFill>
            <a:schemeClr val="tx1"/>
          </a:solidFill>
          <a:latin typeface="+mn-lt"/>
          <a:ea typeface="+mn-ea"/>
          <a:cs typeface="+mn-cs"/>
        </a:defRPr>
      </a:lvl4pPr>
      <a:lvl5pPr marL="2656926" indent="-295214" algn="l" defTabSz="1180856" rtl="0" eaLnBrk="1" latinLnBrk="0" hangingPunct="1">
        <a:lnSpc>
          <a:spcPct val="90000"/>
        </a:lnSpc>
        <a:spcBef>
          <a:spcPts val="646"/>
        </a:spcBef>
        <a:buFont typeface="Arial" panose="020B0604020202020204" pitchFamily="34" charset="0"/>
        <a:buChar char="•"/>
        <a:defRPr sz="2325" kern="1200">
          <a:solidFill>
            <a:schemeClr val="tx1"/>
          </a:solidFill>
          <a:latin typeface="+mn-lt"/>
          <a:ea typeface="+mn-ea"/>
          <a:cs typeface="+mn-cs"/>
        </a:defRPr>
      </a:lvl5pPr>
      <a:lvl6pPr marL="3247354" indent="-295214" algn="l" defTabSz="1180856" rtl="0" eaLnBrk="1" latinLnBrk="0" hangingPunct="1">
        <a:lnSpc>
          <a:spcPct val="90000"/>
        </a:lnSpc>
        <a:spcBef>
          <a:spcPts val="646"/>
        </a:spcBef>
        <a:buFont typeface="Arial" panose="020B0604020202020204" pitchFamily="34" charset="0"/>
        <a:buChar char="•"/>
        <a:defRPr sz="2325" kern="1200">
          <a:solidFill>
            <a:schemeClr val="tx1"/>
          </a:solidFill>
          <a:latin typeface="+mn-lt"/>
          <a:ea typeface="+mn-ea"/>
          <a:cs typeface="+mn-cs"/>
        </a:defRPr>
      </a:lvl6pPr>
      <a:lvl7pPr marL="3837783" indent="-295214" algn="l" defTabSz="1180856" rtl="0" eaLnBrk="1" latinLnBrk="0" hangingPunct="1">
        <a:lnSpc>
          <a:spcPct val="90000"/>
        </a:lnSpc>
        <a:spcBef>
          <a:spcPts val="646"/>
        </a:spcBef>
        <a:buFont typeface="Arial" panose="020B0604020202020204" pitchFamily="34" charset="0"/>
        <a:buChar char="•"/>
        <a:defRPr sz="2325" kern="1200">
          <a:solidFill>
            <a:schemeClr val="tx1"/>
          </a:solidFill>
          <a:latin typeface="+mn-lt"/>
          <a:ea typeface="+mn-ea"/>
          <a:cs typeface="+mn-cs"/>
        </a:defRPr>
      </a:lvl7pPr>
      <a:lvl8pPr marL="4428211" indent="-295214" algn="l" defTabSz="1180856" rtl="0" eaLnBrk="1" latinLnBrk="0" hangingPunct="1">
        <a:lnSpc>
          <a:spcPct val="90000"/>
        </a:lnSpc>
        <a:spcBef>
          <a:spcPts val="646"/>
        </a:spcBef>
        <a:buFont typeface="Arial" panose="020B0604020202020204" pitchFamily="34" charset="0"/>
        <a:buChar char="•"/>
        <a:defRPr sz="2325" kern="1200">
          <a:solidFill>
            <a:schemeClr val="tx1"/>
          </a:solidFill>
          <a:latin typeface="+mn-lt"/>
          <a:ea typeface="+mn-ea"/>
          <a:cs typeface="+mn-cs"/>
        </a:defRPr>
      </a:lvl8pPr>
      <a:lvl9pPr marL="5018639" indent="-295214" algn="l" defTabSz="1180856" rtl="0" eaLnBrk="1" latinLnBrk="0" hangingPunct="1">
        <a:lnSpc>
          <a:spcPct val="90000"/>
        </a:lnSpc>
        <a:spcBef>
          <a:spcPts val="646"/>
        </a:spcBef>
        <a:buFont typeface="Arial" panose="020B0604020202020204" pitchFamily="34" charset="0"/>
        <a:buChar char="•"/>
        <a:defRPr sz="23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0856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1pPr>
      <a:lvl2pPr marL="590428" algn="l" defTabSz="1180856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2pPr>
      <a:lvl3pPr marL="1180856" algn="l" defTabSz="1180856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3pPr>
      <a:lvl4pPr marL="1771284" algn="l" defTabSz="1180856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4pPr>
      <a:lvl5pPr marL="2361712" algn="l" defTabSz="1180856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5pPr>
      <a:lvl6pPr marL="2952140" algn="l" defTabSz="1180856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6pPr>
      <a:lvl7pPr marL="3542568" algn="l" defTabSz="1180856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7pPr>
      <a:lvl8pPr marL="4132997" algn="l" defTabSz="1180856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8pPr>
      <a:lvl9pPr marL="4723425" algn="l" defTabSz="1180856" rtl="0" eaLnBrk="1" latinLnBrk="0" hangingPunct="1">
        <a:defRPr sz="23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5F07A8-8A94-4472-B2FD-AA9E09632FA1}"/>
              </a:ext>
            </a:extLst>
          </p:cNvPr>
          <p:cNvSpPr/>
          <p:nvPr/>
        </p:nvSpPr>
        <p:spPr>
          <a:xfrm>
            <a:off x="221770" y="331086"/>
            <a:ext cx="12467597" cy="8194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EDE525-2432-43B3-93C2-9CFE23F6DE3D}"/>
              </a:ext>
            </a:extLst>
          </p:cNvPr>
          <p:cNvSpPr/>
          <p:nvPr/>
        </p:nvSpPr>
        <p:spPr>
          <a:xfrm>
            <a:off x="451695" y="2533631"/>
            <a:ext cx="6285257" cy="58032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15376-E2D9-4334-8DDE-0F2C94405802}"/>
              </a:ext>
            </a:extLst>
          </p:cNvPr>
          <p:cNvSpPr txBox="1"/>
          <p:nvPr/>
        </p:nvSpPr>
        <p:spPr>
          <a:xfrm>
            <a:off x="10864257" y="7802147"/>
            <a:ext cx="182510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Granite Table</a:t>
            </a:r>
          </a:p>
          <a:p>
            <a:pPr algn="ctr"/>
            <a:r>
              <a:rPr lang="en-C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(3.5 m by 2.4 m)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06E342-818F-467E-8D3B-C5EC37B3E5B5}"/>
              </a:ext>
            </a:extLst>
          </p:cNvPr>
          <p:cNvSpPr txBox="1"/>
          <p:nvPr/>
        </p:nvSpPr>
        <p:spPr>
          <a:xfrm>
            <a:off x="172947" y="7982088"/>
            <a:ext cx="245666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Chaser Spacecraft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2D59B2-D386-4AE7-AC79-A323B0312DD7}"/>
              </a:ext>
            </a:extLst>
          </p:cNvPr>
          <p:cNvSpPr/>
          <p:nvPr/>
        </p:nvSpPr>
        <p:spPr>
          <a:xfrm>
            <a:off x="2949760" y="2754039"/>
            <a:ext cx="2574084" cy="795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On-Board Control Computer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H/W: Raspberry Pi 3 Model B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S/W: Raspbian Linux (10)</a:t>
            </a:r>
          </a:p>
          <a:p>
            <a:pPr algn="ctr"/>
            <a:endParaRPr lang="en-C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53C264-3493-40DC-9A62-7AF3A6B333C7}"/>
              </a:ext>
            </a:extLst>
          </p:cNvPr>
          <p:cNvSpPr/>
          <p:nvPr/>
        </p:nvSpPr>
        <p:spPr>
          <a:xfrm>
            <a:off x="1223727" y="6023403"/>
            <a:ext cx="3389981" cy="795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On-Board Machine Learning Computer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H/W: NVIDIA Jetson TX2 Series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S/W: Linux Driver Package (L4T)</a:t>
            </a:r>
          </a:p>
          <a:p>
            <a:pPr algn="ctr"/>
            <a:endParaRPr lang="en-C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5926A1-50A0-4660-9F9E-C56B176899DC}"/>
              </a:ext>
            </a:extLst>
          </p:cNvPr>
          <p:cNvSpPr/>
          <p:nvPr/>
        </p:nvSpPr>
        <p:spPr>
          <a:xfrm>
            <a:off x="2383474" y="1402755"/>
            <a:ext cx="4673047" cy="9875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Off-Board Development Computer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H/W: Intel Core i7 5775 3.3 GHz 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S/W: Window 10, MATLAB 9.8, Simulink 10.1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MATLAB/Simulink Support Package for Raspberry Pi 20.1.0</a:t>
            </a:r>
          </a:p>
          <a:p>
            <a:pPr algn="ctr"/>
            <a:endParaRPr lang="en-C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1ED74-B23B-4374-AE5F-5765ACA2FCFF}"/>
              </a:ext>
            </a:extLst>
          </p:cNvPr>
          <p:cNvSpPr/>
          <p:nvPr/>
        </p:nvSpPr>
        <p:spPr>
          <a:xfrm>
            <a:off x="7305205" y="1270224"/>
            <a:ext cx="5195627" cy="45743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477D10-C82F-4B1F-AFF8-AB45A9CFEEDA}"/>
              </a:ext>
            </a:extLst>
          </p:cNvPr>
          <p:cNvSpPr/>
          <p:nvPr/>
        </p:nvSpPr>
        <p:spPr>
          <a:xfrm>
            <a:off x="9614537" y="1501361"/>
            <a:ext cx="2574084" cy="795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On-Board Control Computer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H/W: Raspberry Pi 3 Model B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S/W: Raspbian Linux (10)</a:t>
            </a:r>
          </a:p>
          <a:p>
            <a:pPr algn="ctr"/>
            <a:endParaRPr lang="en-CA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B691F6-3499-4F39-9938-93B0561B9B0E}"/>
              </a:ext>
            </a:extLst>
          </p:cNvPr>
          <p:cNvSpPr txBox="1"/>
          <p:nvPr/>
        </p:nvSpPr>
        <p:spPr>
          <a:xfrm>
            <a:off x="6975952" y="5485605"/>
            <a:ext cx="245666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Spacecraft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A753BEF-B73D-4FB8-A270-01B47AC96645}"/>
              </a:ext>
            </a:extLst>
          </p:cNvPr>
          <p:cNvCxnSpPr>
            <a:cxnSpLocks/>
            <a:stCxn id="11" idx="1"/>
            <a:endCxn id="24" idx="0"/>
          </p:cNvCxnSpPr>
          <p:nvPr/>
        </p:nvCxnSpPr>
        <p:spPr>
          <a:xfrm rot="10800000" flipV="1">
            <a:off x="1549654" y="1896547"/>
            <a:ext cx="833819" cy="8574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D4BF3A5-F914-4C2E-BC52-14A144F231FE}"/>
              </a:ext>
            </a:extLst>
          </p:cNvPr>
          <p:cNvSpPr/>
          <p:nvPr/>
        </p:nvSpPr>
        <p:spPr>
          <a:xfrm>
            <a:off x="1023857" y="2754039"/>
            <a:ext cx="1051584" cy="795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Ethernet (UDP)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C1FFF83-6336-4DB9-8020-C43930971BD8}"/>
              </a:ext>
            </a:extLst>
          </p:cNvPr>
          <p:cNvCxnSpPr>
            <a:stCxn id="24" idx="3"/>
            <a:endCxn id="9" idx="1"/>
          </p:cNvCxnSpPr>
          <p:nvPr/>
        </p:nvCxnSpPr>
        <p:spPr>
          <a:xfrm>
            <a:off x="2075442" y="3152029"/>
            <a:ext cx="874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77BEBCF-6B11-4B55-BFCF-505734BECA36}"/>
              </a:ext>
            </a:extLst>
          </p:cNvPr>
          <p:cNvSpPr/>
          <p:nvPr/>
        </p:nvSpPr>
        <p:spPr>
          <a:xfrm>
            <a:off x="7949838" y="1493534"/>
            <a:ext cx="1051584" cy="795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Ethernet (UDP)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318A9A-056D-4A51-B1CF-571A7A79CABD}"/>
              </a:ext>
            </a:extLst>
          </p:cNvPr>
          <p:cNvCxnSpPr>
            <a:stCxn id="31" idx="3"/>
            <a:endCxn id="13" idx="1"/>
          </p:cNvCxnSpPr>
          <p:nvPr/>
        </p:nvCxnSpPr>
        <p:spPr>
          <a:xfrm>
            <a:off x="9001421" y="1891530"/>
            <a:ext cx="613116" cy="78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885300A-12D9-4FE3-80FD-EDE58345804C}"/>
              </a:ext>
            </a:extLst>
          </p:cNvPr>
          <p:cNvSpPr/>
          <p:nvPr/>
        </p:nvSpPr>
        <p:spPr>
          <a:xfrm>
            <a:off x="732910" y="3782623"/>
            <a:ext cx="1576244" cy="369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Bearings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5D58E9-B4B7-4FB1-B5F4-84FABEF34B82}"/>
              </a:ext>
            </a:extLst>
          </p:cNvPr>
          <p:cNvSpPr/>
          <p:nvPr/>
        </p:nvSpPr>
        <p:spPr>
          <a:xfrm>
            <a:off x="732909" y="4232567"/>
            <a:ext cx="1576244" cy="369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Thrusters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7441E1-DE86-45DB-81C4-8F391AF695D9}"/>
              </a:ext>
            </a:extLst>
          </p:cNvPr>
          <p:cNvSpPr/>
          <p:nvPr/>
        </p:nvSpPr>
        <p:spPr>
          <a:xfrm>
            <a:off x="732909" y="4701382"/>
            <a:ext cx="1576244" cy="369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Reaction Wheel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E819C6-E90B-4A12-BDE0-034D2C759755}"/>
              </a:ext>
            </a:extLst>
          </p:cNvPr>
          <p:cNvSpPr/>
          <p:nvPr/>
        </p:nvSpPr>
        <p:spPr>
          <a:xfrm>
            <a:off x="3448681" y="4024588"/>
            <a:ext cx="1576244" cy="369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Outputs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B3E77C3-D188-46F5-9A98-CC32684059BC}"/>
              </a:ext>
            </a:extLst>
          </p:cNvPr>
          <p:cNvSpPr/>
          <p:nvPr/>
        </p:nvSpPr>
        <p:spPr>
          <a:xfrm>
            <a:off x="3463821" y="4701382"/>
            <a:ext cx="1576244" cy="369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Outputs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6BDD1D-78CB-46C5-B58D-FB252CB02861}"/>
              </a:ext>
            </a:extLst>
          </p:cNvPr>
          <p:cNvCxnSpPr>
            <a:stCxn id="49" idx="1"/>
            <a:endCxn id="47" idx="3"/>
          </p:cNvCxnSpPr>
          <p:nvPr/>
        </p:nvCxnSpPr>
        <p:spPr>
          <a:xfrm flipH="1">
            <a:off x="2309157" y="4886041"/>
            <a:ext cx="11546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0B08F1F1-782C-4283-906F-ED84594868F0}"/>
              </a:ext>
            </a:extLst>
          </p:cNvPr>
          <p:cNvCxnSpPr>
            <a:stCxn id="48" idx="1"/>
            <a:endCxn id="41" idx="3"/>
          </p:cNvCxnSpPr>
          <p:nvPr/>
        </p:nvCxnSpPr>
        <p:spPr>
          <a:xfrm rot="10800000">
            <a:off x="2309159" y="3967281"/>
            <a:ext cx="1139527" cy="24196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F6C37466-93B8-4A93-A5E5-A17C468695A5}"/>
              </a:ext>
            </a:extLst>
          </p:cNvPr>
          <p:cNvCxnSpPr>
            <a:stCxn id="48" idx="1"/>
            <a:endCxn id="42" idx="3"/>
          </p:cNvCxnSpPr>
          <p:nvPr/>
        </p:nvCxnSpPr>
        <p:spPr>
          <a:xfrm rot="10800000" flipV="1">
            <a:off x="2309152" y="4209251"/>
            <a:ext cx="1139528" cy="20797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6FFD547-DDA7-4E63-AD48-50BF74530A91}"/>
              </a:ext>
            </a:extLst>
          </p:cNvPr>
          <p:cNvCxnSpPr>
            <a:stCxn id="9" idx="2"/>
            <a:endCxn id="48" idx="0"/>
          </p:cNvCxnSpPr>
          <p:nvPr/>
        </p:nvCxnSpPr>
        <p:spPr>
          <a:xfrm>
            <a:off x="4236802" y="3550025"/>
            <a:ext cx="0" cy="4745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7B6A6E8-9C06-40CA-9307-E0E0D1E4B915}"/>
              </a:ext>
            </a:extLst>
          </p:cNvPr>
          <p:cNvCxnSpPr>
            <a:cxnSpLocks/>
            <a:endCxn id="49" idx="3"/>
          </p:cNvCxnSpPr>
          <p:nvPr/>
        </p:nvCxnSpPr>
        <p:spPr>
          <a:xfrm rot="5400000">
            <a:off x="4523969" y="4066129"/>
            <a:ext cx="1336021" cy="30381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B22D1D5-0DD1-4B1C-A800-209B776FC45D}"/>
              </a:ext>
            </a:extLst>
          </p:cNvPr>
          <p:cNvSpPr/>
          <p:nvPr/>
        </p:nvSpPr>
        <p:spPr>
          <a:xfrm>
            <a:off x="2382591" y="402605"/>
            <a:ext cx="3203562" cy="8972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PhaseSpace Impulse X2E System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H/W: Intel Quad Core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 Tracking Camera Array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S/W: Custom Linux Software</a:t>
            </a: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1F1EC8E5-82B1-4EFF-959F-3B67DB27465F}"/>
              </a:ext>
            </a:extLst>
          </p:cNvPr>
          <p:cNvCxnSpPr>
            <a:stCxn id="64" idx="1"/>
            <a:endCxn id="24" idx="1"/>
          </p:cNvCxnSpPr>
          <p:nvPr/>
        </p:nvCxnSpPr>
        <p:spPr>
          <a:xfrm rot="10800000" flipV="1">
            <a:off x="1023863" y="851245"/>
            <a:ext cx="1358733" cy="2300784"/>
          </a:xfrm>
          <a:prstGeom prst="bentConnector3">
            <a:avLst>
              <a:gd name="adj1" fmla="val 1168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60973E08-EBD1-46BB-8A31-9516608A68B9}"/>
              </a:ext>
            </a:extLst>
          </p:cNvPr>
          <p:cNvCxnSpPr>
            <a:cxnSpLocks/>
            <a:stCxn id="64" idx="3"/>
            <a:endCxn id="31" idx="0"/>
          </p:cNvCxnSpPr>
          <p:nvPr/>
        </p:nvCxnSpPr>
        <p:spPr>
          <a:xfrm>
            <a:off x="5586157" y="851245"/>
            <a:ext cx="2889477" cy="64228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C8EF3642-A98E-460D-AE24-F1834BA5FF90}"/>
              </a:ext>
            </a:extLst>
          </p:cNvPr>
          <p:cNvSpPr/>
          <p:nvPr/>
        </p:nvSpPr>
        <p:spPr>
          <a:xfrm>
            <a:off x="5008291" y="6225667"/>
            <a:ext cx="875363" cy="391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Ethernet Hub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9902A8B-5272-4691-BA34-F8DA2188107E}"/>
              </a:ext>
            </a:extLst>
          </p:cNvPr>
          <p:cNvCxnSpPr>
            <a:cxnSpLocks/>
            <a:stCxn id="94" idx="1"/>
            <a:endCxn id="10" idx="3"/>
          </p:cNvCxnSpPr>
          <p:nvPr/>
        </p:nvCxnSpPr>
        <p:spPr>
          <a:xfrm flipH="1">
            <a:off x="4613708" y="6421394"/>
            <a:ext cx="394583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1128B2B-76DA-45CD-BCFC-AEC50706A37F}"/>
              </a:ext>
            </a:extLst>
          </p:cNvPr>
          <p:cNvSpPr/>
          <p:nvPr/>
        </p:nvSpPr>
        <p:spPr>
          <a:xfrm>
            <a:off x="684266" y="6937300"/>
            <a:ext cx="2252504" cy="671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Robotic Manipulator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H/W: Dynamixel MX-64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Gripper</a:t>
            </a:r>
          </a:p>
          <a:p>
            <a:pPr algn="ctr"/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398C06C-158F-45AD-ACE7-31AAE3AFF09E}"/>
              </a:ext>
            </a:extLst>
          </p:cNvPr>
          <p:cNvSpPr/>
          <p:nvPr/>
        </p:nvSpPr>
        <p:spPr>
          <a:xfrm>
            <a:off x="3240050" y="7048408"/>
            <a:ext cx="875363" cy="4496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(RS232)</a:t>
            </a:r>
          </a:p>
        </p:txBody>
      </p: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D3228926-60BB-40C1-84A4-6695223A5D9E}"/>
              </a:ext>
            </a:extLst>
          </p:cNvPr>
          <p:cNvCxnSpPr>
            <a:cxnSpLocks/>
            <a:stCxn id="9" idx="3"/>
            <a:endCxn id="150" idx="3"/>
          </p:cNvCxnSpPr>
          <p:nvPr/>
        </p:nvCxnSpPr>
        <p:spPr>
          <a:xfrm flipH="1">
            <a:off x="4115409" y="3152029"/>
            <a:ext cx="1408436" cy="4121214"/>
          </a:xfrm>
          <a:prstGeom prst="bentConnector3">
            <a:avLst>
              <a:gd name="adj1" fmla="val -62605"/>
            </a:avLst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97AD156E-862E-4155-A591-57EA45537161}"/>
              </a:ext>
            </a:extLst>
          </p:cNvPr>
          <p:cNvCxnSpPr>
            <a:cxnSpLocks/>
            <a:stCxn id="150" idx="1"/>
            <a:endCxn id="129" idx="3"/>
          </p:cNvCxnSpPr>
          <p:nvPr/>
        </p:nvCxnSpPr>
        <p:spPr>
          <a:xfrm flipH="1">
            <a:off x="2936770" y="7273248"/>
            <a:ext cx="30327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A38E21B-7D01-4359-9A67-7160CDB09E2D}"/>
              </a:ext>
            </a:extLst>
          </p:cNvPr>
          <p:cNvSpPr/>
          <p:nvPr/>
        </p:nvSpPr>
        <p:spPr>
          <a:xfrm>
            <a:off x="1223727" y="5216974"/>
            <a:ext cx="2252504" cy="6822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On-board Vision System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H/W: ZED 2 Stereo Camera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S/W: OpenCL</a:t>
            </a:r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88391019-BF90-4B72-907F-AD09A0F697A6}"/>
              </a:ext>
            </a:extLst>
          </p:cNvPr>
          <p:cNvCxnSpPr>
            <a:cxnSpLocks/>
            <a:stCxn id="9" idx="3"/>
            <a:endCxn id="94" idx="3"/>
          </p:cNvCxnSpPr>
          <p:nvPr/>
        </p:nvCxnSpPr>
        <p:spPr>
          <a:xfrm>
            <a:off x="5523844" y="3152030"/>
            <a:ext cx="359810" cy="3269364"/>
          </a:xfrm>
          <a:prstGeom prst="bentConnector3">
            <a:avLst>
              <a:gd name="adj1" fmla="val 1635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CF58C27A-B031-496B-B1EA-C395B478D502}"/>
              </a:ext>
            </a:extLst>
          </p:cNvPr>
          <p:cNvCxnSpPr>
            <a:cxnSpLocks/>
            <a:stCxn id="94" idx="0"/>
            <a:endCxn id="163" idx="3"/>
          </p:cNvCxnSpPr>
          <p:nvPr/>
        </p:nvCxnSpPr>
        <p:spPr>
          <a:xfrm rot="16200000" flipV="1">
            <a:off x="4127326" y="4907020"/>
            <a:ext cx="667553" cy="19697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6DD55816-FA26-4DDC-93B7-00E57D99E443}"/>
              </a:ext>
            </a:extLst>
          </p:cNvPr>
          <p:cNvSpPr/>
          <p:nvPr/>
        </p:nvSpPr>
        <p:spPr>
          <a:xfrm>
            <a:off x="7851344" y="2465455"/>
            <a:ext cx="1576244" cy="369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Bearings 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33E05DC0-9A51-46D9-9176-DDE2E732AA59}"/>
              </a:ext>
            </a:extLst>
          </p:cNvPr>
          <p:cNvSpPr/>
          <p:nvPr/>
        </p:nvSpPr>
        <p:spPr>
          <a:xfrm>
            <a:off x="7851342" y="2915399"/>
            <a:ext cx="1576244" cy="369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Thrusters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0E074AC-9597-41A0-9C6A-84BBD16E087A}"/>
              </a:ext>
            </a:extLst>
          </p:cNvPr>
          <p:cNvSpPr/>
          <p:nvPr/>
        </p:nvSpPr>
        <p:spPr>
          <a:xfrm>
            <a:off x="7851342" y="3384214"/>
            <a:ext cx="1576244" cy="369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Reaction Wheel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9033C9D-2828-4F7B-8D08-EE9ED3E9B168}"/>
              </a:ext>
            </a:extLst>
          </p:cNvPr>
          <p:cNvSpPr/>
          <p:nvPr/>
        </p:nvSpPr>
        <p:spPr>
          <a:xfrm>
            <a:off x="10200568" y="2707421"/>
            <a:ext cx="1576244" cy="369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Outputs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E0E6B4F9-8148-4198-A328-3A7B574B6231}"/>
              </a:ext>
            </a:extLst>
          </p:cNvPr>
          <p:cNvSpPr/>
          <p:nvPr/>
        </p:nvSpPr>
        <p:spPr>
          <a:xfrm>
            <a:off x="10215708" y="3384214"/>
            <a:ext cx="1576244" cy="369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 Outputs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1414EFDC-1CD5-4B97-B931-5277E326C774}"/>
              </a:ext>
            </a:extLst>
          </p:cNvPr>
          <p:cNvCxnSpPr>
            <a:stCxn id="198" idx="1"/>
            <a:endCxn id="196" idx="3"/>
          </p:cNvCxnSpPr>
          <p:nvPr/>
        </p:nvCxnSpPr>
        <p:spPr>
          <a:xfrm flipH="1">
            <a:off x="9427591" y="3568873"/>
            <a:ext cx="7881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06BA40E6-ED22-4210-8CD3-43CB5E50DD0E}"/>
              </a:ext>
            </a:extLst>
          </p:cNvPr>
          <p:cNvCxnSpPr>
            <a:stCxn id="197" idx="1"/>
            <a:endCxn id="194" idx="3"/>
          </p:cNvCxnSpPr>
          <p:nvPr/>
        </p:nvCxnSpPr>
        <p:spPr>
          <a:xfrm rot="10800000">
            <a:off x="9427587" y="2650113"/>
            <a:ext cx="772980" cy="24196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E83F340E-8B1A-4783-B798-33F6A3BADDD9}"/>
              </a:ext>
            </a:extLst>
          </p:cNvPr>
          <p:cNvCxnSpPr>
            <a:stCxn id="197" idx="1"/>
            <a:endCxn id="195" idx="3"/>
          </p:cNvCxnSpPr>
          <p:nvPr/>
        </p:nvCxnSpPr>
        <p:spPr>
          <a:xfrm rot="10800000" flipV="1">
            <a:off x="9427592" y="2892084"/>
            <a:ext cx="772981" cy="20797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C6179C11-FD14-4A55-99FD-E38A3BB61DAD}"/>
              </a:ext>
            </a:extLst>
          </p:cNvPr>
          <p:cNvCxnSpPr>
            <a:cxnSpLocks/>
            <a:endCxn id="198" idx="3"/>
          </p:cNvCxnSpPr>
          <p:nvPr/>
        </p:nvCxnSpPr>
        <p:spPr>
          <a:xfrm rot="5400000">
            <a:off x="11256906" y="2832399"/>
            <a:ext cx="1271531" cy="2014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: Elbow 204">
            <a:extLst>
              <a:ext uri="{FF2B5EF4-FFF2-40B4-BE49-F238E27FC236}">
                <a16:creationId xmlns:a16="http://schemas.microsoft.com/office/drawing/2014/main" id="{0E2A6D7D-6320-4FF6-92F5-C1819DE29DB2}"/>
              </a:ext>
            </a:extLst>
          </p:cNvPr>
          <p:cNvCxnSpPr>
            <a:endCxn id="197" idx="3"/>
          </p:cNvCxnSpPr>
          <p:nvPr/>
        </p:nvCxnSpPr>
        <p:spPr>
          <a:xfrm rot="5400000">
            <a:off x="11583816" y="2482514"/>
            <a:ext cx="602565" cy="21656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86E51E1-8E63-4104-94F9-6B19DC93461F}"/>
              </a:ext>
            </a:extLst>
          </p:cNvPr>
          <p:cNvSpPr/>
          <p:nvPr/>
        </p:nvSpPr>
        <p:spPr>
          <a:xfrm>
            <a:off x="7569144" y="3924300"/>
            <a:ext cx="2252504" cy="671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Robotic Manipulator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H/W: Electromagnetic Dock</a:t>
            </a:r>
          </a:p>
          <a:p>
            <a:pPr algn="ctr"/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8C950ED1-EB90-4232-A1F0-392810394D4B}"/>
              </a:ext>
            </a:extLst>
          </p:cNvPr>
          <p:cNvCxnSpPr>
            <a:cxnSpLocks/>
            <a:stCxn id="197" idx="1"/>
            <a:endCxn id="210" idx="3"/>
          </p:cNvCxnSpPr>
          <p:nvPr/>
        </p:nvCxnSpPr>
        <p:spPr>
          <a:xfrm rot="10800000" flipV="1">
            <a:off x="9821647" y="2892079"/>
            <a:ext cx="378920" cy="136816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EED2282-E409-40DA-96CA-F0B628AD0022}"/>
              </a:ext>
            </a:extLst>
          </p:cNvPr>
          <p:cNvSpPr/>
          <p:nvPr/>
        </p:nvSpPr>
        <p:spPr>
          <a:xfrm>
            <a:off x="7569144" y="4662026"/>
            <a:ext cx="2252504" cy="6991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Inertial Measurement Unit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H/W: Yost Labs 3-Space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S/W: Driver 1.1.7</a:t>
            </a:r>
          </a:p>
          <a:p>
            <a:pPr algn="ctr"/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E08CF82C-C4CB-45B4-9401-427B66971F49}"/>
              </a:ext>
            </a:extLst>
          </p:cNvPr>
          <p:cNvSpPr/>
          <p:nvPr/>
        </p:nvSpPr>
        <p:spPr>
          <a:xfrm>
            <a:off x="10128471" y="4781072"/>
            <a:ext cx="875363" cy="4496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CA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(RS232)</a:t>
            </a:r>
          </a:p>
        </p:txBody>
      </p: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716E44A5-8EDD-4ED6-926E-0D89E488A390}"/>
              </a:ext>
            </a:extLst>
          </p:cNvPr>
          <p:cNvCxnSpPr>
            <a:stCxn id="217" idx="1"/>
            <a:endCxn id="216" idx="3"/>
          </p:cNvCxnSpPr>
          <p:nvPr/>
        </p:nvCxnSpPr>
        <p:spPr>
          <a:xfrm flipH="1">
            <a:off x="9821647" y="5005906"/>
            <a:ext cx="306820" cy="56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E79355AC-8F68-4035-8DCC-715A1D26014B}"/>
              </a:ext>
            </a:extLst>
          </p:cNvPr>
          <p:cNvCxnSpPr>
            <a:cxnSpLocks/>
            <a:endCxn id="217" idx="3"/>
          </p:cNvCxnSpPr>
          <p:nvPr/>
        </p:nvCxnSpPr>
        <p:spPr>
          <a:xfrm rot="5400000">
            <a:off x="10144323" y="3156853"/>
            <a:ext cx="2708566" cy="9895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C0A7799E-EAC1-4D60-91B5-FEFC59DD4ACE}"/>
              </a:ext>
            </a:extLst>
          </p:cNvPr>
          <p:cNvCxnSpPr>
            <a:cxnSpLocks/>
            <a:stCxn id="11" idx="3"/>
            <a:endCxn id="31" idx="1"/>
          </p:cNvCxnSpPr>
          <p:nvPr/>
        </p:nvCxnSpPr>
        <p:spPr>
          <a:xfrm flipV="1">
            <a:off x="7056518" y="1891529"/>
            <a:ext cx="893320" cy="50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>
            <a:extLst>
              <a:ext uri="{FF2B5EF4-FFF2-40B4-BE49-F238E27FC236}">
                <a16:creationId xmlns:a16="http://schemas.microsoft.com/office/drawing/2014/main" id="{9BC73596-B48F-45FA-B141-3A02CE30F4BD}"/>
              </a:ext>
            </a:extLst>
          </p:cNvPr>
          <p:cNvSpPr/>
          <p:nvPr/>
        </p:nvSpPr>
        <p:spPr>
          <a:xfrm>
            <a:off x="4301554" y="7495613"/>
            <a:ext cx="2252504" cy="6991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9" tIns="45720" rIns="91439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A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sz="14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Inertial Measurement Unit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H/W: Yost Labs 3-Space</a:t>
            </a:r>
          </a:p>
          <a:p>
            <a:pPr algn="ctr"/>
            <a:r>
              <a:rPr lang="en-CA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S/W: Driver 1.1.7</a:t>
            </a:r>
          </a:p>
          <a:p>
            <a:pPr algn="ctr"/>
            <a:endParaRPr lang="en-CA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5" name="Connector: Elbow 244">
            <a:extLst>
              <a:ext uri="{FF2B5EF4-FFF2-40B4-BE49-F238E27FC236}">
                <a16:creationId xmlns:a16="http://schemas.microsoft.com/office/drawing/2014/main" id="{EA6D22E3-1DC5-4134-9EF6-0450CD4A99F5}"/>
              </a:ext>
            </a:extLst>
          </p:cNvPr>
          <p:cNvCxnSpPr>
            <a:stCxn id="150" idx="2"/>
            <a:endCxn id="239" idx="1"/>
          </p:cNvCxnSpPr>
          <p:nvPr/>
        </p:nvCxnSpPr>
        <p:spPr>
          <a:xfrm rot="16200000" flipH="1">
            <a:off x="3816094" y="7359720"/>
            <a:ext cx="347103" cy="6238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59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C9C7F0C56BA84BACEB5B542E8E6F07" ma:contentTypeVersion="14" ma:contentTypeDescription="Create a new document." ma:contentTypeScope="" ma:versionID="98a81541343c1c49ac24df2db92957a3">
  <xsd:schema xmlns:xsd="http://www.w3.org/2001/XMLSchema" xmlns:xs="http://www.w3.org/2001/XMLSchema" xmlns:p="http://schemas.microsoft.com/office/2006/metadata/properties" xmlns:ns2="9acbac49-aa65-4466-a6d9-45b58a8df564" xmlns:ns3="fdecce8e-579d-4f59-9597-74d94020dae5" targetNamespace="http://schemas.microsoft.com/office/2006/metadata/properties" ma:root="true" ma:fieldsID="0562d1e31dd1c9ab4cf35bd82db54993" ns2:_="" ns3:_="">
    <xsd:import namespace="9acbac49-aa65-4466-a6d9-45b58a8df564"/>
    <xsd:import namespace="fdecce8e-579d-4f59-9597-74d94020da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cbac49-aa65-4466-a6d9-45b58a8df5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0f643bf9-c92d-4565-8aae-71318312e3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ecce8e-579d-4f59-9597-74d94020dae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cb21288-a67d-407a-a3f3-dd6ea158a5f6}" ma:internalName="TaxCatchAll" ma:showField="CatchAllData" ma:web="fdecce8e-579d-4f59-9597-74d94020da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ecce8e-579d-4f59-9597-74d94020dae5" xsi:nil="true"/>
    <lcf76f155ced4ddcb4097134ff3c332f xmlns="9acbac49-aa65-4466-a6d9-45b58a8df56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14E4714-BC5B-448E-8F83-FA5791645AF1}"/>
</file>

<file path=customXml/itemProps2.xml><?xml version="1.0" encoding="utf-8"?>
<ds:datastoreItem xmlns:ds="http://schemas.openxmlformats.org/officeDocument/2006/customXml" ds:itemID="{4AB4FC55-24F1-45F5-9FE5-0D7A75D5B260}"/>
</file>

<file path=customXml/itemProps3.xml><?xml version="1.0" encoding="utf-8"?>
<ds:datastoreItem xmlns:ds="http://schemas.openxmlformats.org/officeDocument/2006/customXml" ds:itemID="{D4529148-CEDB-4F18-8897-8D2CFD96916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237</Words>
  <Application>Microsoft Office PowerPoint</Application>
  <PresentationFormat>Custom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Alexander</dc:creator>
  <cp:lastModifiedBy>Alexander</cp:lastModifiedBy>
  <cp:revision>16</cp:revision>
  <dcterms:created xsi:type="dcterms:W3CDTF">2020-04-26T11:53:28Z</dcterms:created>
  <dcterms:modified xsi:type="dcterms:W3CDTF">2020-04-26T14:09:05Z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0x0101004BC9C7F0C56BA84BACEB5B542E8E6F07</vt:lpwstr>
  </property>
  <property fmtid="{D5CDD505-2E9C-101B-9397-08002B2CF9AE}" pid="3" name="MediaServiceImageTags">
    <vt:lpwstr/>
  </property>
</Properties>
</file>